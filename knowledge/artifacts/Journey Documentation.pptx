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261223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261223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550"/>
            <a:ext cx="8839204" cy="4825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41" y="0"/>
            <a:ext cx="891191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